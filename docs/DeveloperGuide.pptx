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03560"/>
                </a:solidFill>
              </a:defRPr>
            </a:pPr>
            <a:r>
              <a:t>LingSu Protein Developer Guide</a:t>
            </a:r>
          </a:p>
          <a:p>
            <a:pPr algn="ctr">
              <a:defRPr sz="2000">
                <a:solidFill>
                  <a:srgbClr val="707070"/>
                </a:solidFill>
              </a:defRPr>
            </a:pPr>
            <a:r>
              <a:t>LingSu Protein  ·  v0.1.0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LingSu Protein is a Blender-like molecular visualization desktop application. It pairs a PySide6 GUI with PyVista/VTK for 3D rendering, scikit-image for marching cubes, scipy for the Euclidean distance transform, and the AMBER ff99SB-style partial-charge table ported from 3Dmol.js.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This guide is for contributors — it covers the module layout, key design decisions, and how to add new representations, color schemes, or extensions.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Repository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src/protein_studio/ — package source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api.py        StudioAPI — load/refresh/control surface for the GUI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app.py        application entry point (CLI flags + QApplication)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resources.py  icon loader (icon.icns → QIcon)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core/         data model + rendering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molecule.py    Atom / Residue / Chain / Molecule dataclasses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io.py          PDB parser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scene.py       Scene + SceneObject, add/remove/update_object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colors.py      ColorScheme + SCHEME_PRESETS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representations.py  7 reps (cartoon / ribbon / ball_and_stick /                                  surface / points / esp_surface / hbonds)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surface.py     EDTSurf-style SES surface generator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marching_cubes.py  skimage wrapper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charges.py     AMBER partial-charge table + ESP coloring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hbonds.py      Baker-Hubbard H-bond detection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trajectory.py  MDAnalysis wrapper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alphafold.py   pLDDT color scheme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docking.py     Vina PDBQT + EquiScore loaders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ui/          PySide6 widgets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viewport.py     3D viewport (PyVistaQt + macOS OpenGL workarounds)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outliner.py     left-side scene tree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properties.py   right-side inspector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console.py      REPL Python console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editor.py       file-editor + script runner (new)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        main_window.py  4-pane Blender-like layout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tests/        pytest suite (69 tests)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examples/     sample PDBs (1aki.pdb, 1ubq.pdb, 4hhb.pdb)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resources/    bundled icon (icon.icns / icon.ico / icon_*.png)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docs/         this documentation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Quick start — running from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The above opens the GUI and auto-loads 1aki as a ribbon. Pass additional PDB files as positional args to load them on startup. Pass --headless to do a one-shot scripted render (--output render.png, --representation cartoon, --scheme secondary).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Running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The suite covers core molecule/scene ops, all 7 representations, the AMBER charge table, ESP surface, the bundled Python editor, and the resources module (icon + app name). Total: 69 tests.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Design decisions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1. EDTSurf-style SES algorithm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We port 3Dmol.js's ProteinSurface4 to Python: voxelize atoms → scipy.ndimage.distance_transform_edt → skimage.measure.marching_cubes. Defaults to scale_factor=2 (0.5 Å voxels). Three surface types: VDW (1), SAS (3), MS/SES (2). See core/surface.py.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2. AMBER partial-charge table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Full AMBER ff99SB-style lookup per (residue, atom) for the 20 standard amino acids, ported from 3Dmol.js's partialCharges.ts. Falls back to element-wise heuristic when atoms aren't in the table. See core/charges.py.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3. Per-SS ribbon cross-section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ribbon() picks a per-sample (width, thickness) ellipse in the (side, binormal) plane depending on SS: helix becomes a full circle (1.4 Å radius, looks like a real cylinder under Phong), loop is a thin tube, sheet is a flat arrow with a 2× widening at the C-terminal end. Smoothed along the chain with a Gaussian kernel so helix→loop boundaries don't pop.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4. macOS OpenGL mapper workaround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PyVistaQt on macOS corrupts actor color state when many actors are added. _add_object_to_plotter installs a fresh vtkDataSetMapper per actor and calls SetColorModeToDirectScalars() for 3-component RGB arrays (so ESP / ball-and-stick colors reach the shader verbatim). See _add_object_to_plotter in ui/viewport.py.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5. Scene.add() deduplicates by name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Loading the same PDB twice replaces the existing object rather than appending a second one (which would cause actor-name collisions in the plotter and show the old version of the protein).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Adding a new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Implement a function in core/representations.py with the signature (mol, scheme, **kwargs) -&gt; pyvista.PolyData (or a dict {"atoms": PolyData, "bonds": PolyData}). Register it in the REPRESENTATIONS dict. Use build_mesh() (in the same file) to get the canonical mesh-build pipeline.</a:t>
            </a:r>
          </a:p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If your rep needs per-vertex atom_id or other metadata, expose it as point_data so downstream properties (coloring, ESP, H-bond overlay) can pick it 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Adding a new color scheme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Add an entry to SCHEME_PRESETS in core/colors.py with a unique key (e.g. "b_factor"). The ColorScheme.color() method takes an atom and returns an (r, g, b) tuple in [0, 1]. For schemes that depend on per-vertex data (like electrostatic), handle the coloring inside the rep function and have the scheme return uniform — the viewport will pick up the rep's per-vertex potential data via point_data['potential'].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Adding an extension (H-bonds / trajectory / AlphaFold / docking)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Each extension lives in core/&lt;name&gt;.py and exposes top-level functions plus dataclasses. Add a method to StudioAPI (src/protein_studio/api.py) that wires the extension into the scene. Wire a toolbar button in ui/main_window.py to call the API method via a QFileDialog. Each extension has its own tests in tests/test_extensions.py.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3560"/>
                </a:solidFill>
              </a:defRPr>
            </a:pPr>
            <a:r>
              <a:t>Build / packaging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02020"/>
                </a:solidFill>
              </a:defRPr>
            </a:pPr>
            <a:r>
              <a:t>•  Currently shipped as a conda env (protein-studio) launched via `python -m protein_studio.app`. A PyInstaller spec for a double-clickable .app / .exe would be a natural next step (the resources/ icon is already in place for that).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