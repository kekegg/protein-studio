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03560"/>
                </a:solidFill>
              </a:defRPr>
            </a:pPr>
            <a:r>
              <a:t>LingSu Protein User Guide</a:t>
            </a:r>
          </a:p>
          <a:p>
            <a:pPr algn="ctr">
              <a:defRPr sz="2000">
                <a:solidFill>
                  <a:srgbClr val="707070"/>
                </a:solidFill>
              </a:defRPr>
            </a:pPr>
            <a:r>
              <a:t>LingSu Protein  ·  v0.1.0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Welcome to LingSu Protein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LingSu Protein is a desktop molecular viewer built around the same representations you'd find in PyMOL and 3Dmol.js — cartoon, ribbon, ball-and-stick, molecular surface, ESP surface, ball-and-stick H-bonds, point cloud, AlphaFold pLDDT coloring.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On first launch the app opens the bundled example 1aki.pdb as a ribbon so you have something to look at immediately. Use File → Clear Scene (Ctrl-Shift-C) any time to start fresh.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GUI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The window is split into four Blender-style panels: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Outliner (left)    — scene tree listing every loaded object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Viewport (center)  — the 3D scene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Properties (right) — selected object's representation + color scheme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Console / Script (bottom) — REPL (&gt;&gt;&gt; ) and file editor with Run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Loading structures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File → Open PDB… (Ctrl-O) — pick a .pdb file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File → Open Docking… (Ctrl-D) — Vina .pdbqt or an EquiScore directory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File → Open Trajectory… (Ctrl-T) — topology .pdb + trajectory .dcd/.xtc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File → Open AlphaFold… (Ctrl-Shift-A) — load a predicted structure with pLDDT scores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Drop the file into the viewport (drag-and-drop is in scope for the next iteration)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Loading the same PDB twice replaces the existing scene object (so you can edit the representation without leaving ghost copies).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Changing representation &amp; color scheme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Click any object in the Outliner (or in the viewport) to select it. The Properties panel on the right shows: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Representation: cartoon | ribbon | ball_and_stick | surface | points | esp_surface | hbonds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Color scheme:    uniform | element | residue | chain | secondary | b-factor | electrostatic | alphafold_plddt (when available)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Visible in viewport: toggle the object's visibility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Position / Rotation / Scale: numeric transform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Tip: with surface or esp_surface reps, pick the "Electrostatic" scheme to get the red-white-blue ESP coloring. Otherwise the surface is colored by the chosen scheme (element / secondary / etc.).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View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Left-drag — orbit the camera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Right-drag (or Shift-drag) — pan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Scroll wheel — zoom (PyVista default: dolly the camera along its view direction)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View → Fit Camera (Home) — re-frame the whole scene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View → Center (Numpad .) — translate every object so the scene centroid is at the origin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Toolbar → Spin — toggles a slow ~20 s / turn orbit around the vertical (Z) axis. Click again to stop.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Snapshot / save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F12 (Snapshot) — saves the current viewport to a PNG file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Ctrl-S — save the active object back out as a PDB file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Files → Open Docking lets you overlay a docked ligand pose; the Ligand is rendered as ball-and-stick and colored by docking rank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The Python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The REPL at the bottom of the window exposes a `D` handle (StudioAPI) and `np` (numpy) in its namespace — try `D.scene.objects`, `D.schemes`, `D.representations`. Up/down arrows browse history (persisted to ~/.protein-studio-history).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Examples: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The Script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Switch to the **Script** tab at the bottom to write multi-line Python scripts. The toolbar: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New / Open / Save / Save As — standard file ops, with the current path shown on the right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Run ▶ (F5) — execute the whole script in the shared namespace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Run Sel — execute just the highlighted block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Modified flag (*) appears in the path label while the script has unsaved changes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Example workflow — load, render, screenshot, save: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Tips &amp;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If colors look wrong after switching representations, press F5 or click Refresh — it forces a full mesh rebuild.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Ball-and-stick atoms now use a display radius of ~0.3 Å (smaller than true van der Waals) so the bonds between them stay visible. Adjust in core/representations.py:ball_and_stick() if you want a different style.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ESP surface defaults to range_kcal=0.1 — pass a higher value (e.g. range_kcal=1.0) for proteins with very strong fields, or a lower value (~0.05) for highly charged small molecules.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The macOS dock icon is bundled as resources/icon.icns. On Linux the system uses icon_1024.png instead.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Where to get more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examples/ — bundled 1aki / 1ubq / 4hhb for quick experiments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tests/ — pytest suite doubles as worked-example code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3Dmol.js docs — https://3dmol.csb.pitt.edu — we mirror their representation semantics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